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f387152e614c66" /><Relationship Type="http://schemas.openxmlformats.org/officeDocument/2006/relationships/extended-properties" Target="/docProps/app.xml" Id="R7b650d8fe6004f35" /><Relationship Type="http://schemas.openxmlformats.org/officeDocument/2006/relationships/officeDocument" Target="/ppt/presentation.xml" Id="R8d07482a71d6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61156a428425f"/>
  </p:sldMasterIdLst>
  <p:notesMasterIdLst>
    <p:notesMasterId xmlns:r="http://schemas.openxmlformats.org/officeDocument/2006/relationships" r:id="R1153b6f7951445b0"/>
  </p:notesMasterIdLst>
  <p:sldIdLst>
    <p:sldId xmlns:r="http://schemas.openxmlformats.org/officeDocument/2006/relationships" id="256" r:id="R065fa0ef1dd04300"/>
    <p:sldId xmlns:r="http://schemas.openxmlformats.org/officeDocument/2006/relationships" id="257" r:id="R8f77d5631add41e3"/>
    <p:sldId xmlns:r="http://schemas.openxmlformats.org/officeDocument/2006/relationships" id="258" r:id="R55f55c6493334079"/>
    <p:sldId xmlns:r="http://schemas.openxmlformats.org/officeDocument/2006/relationships" id="259" r:id="Rd66ac6dbfa5042d8"/>
    <p:sldId xmlns:r="http://schemas.openxmlformats.org/officeDocument/2006/relationships" id="260" r:id="R9a65ceb2b614447a"/>
    <p:sldId xmlns:r="http://schemas.openxmlformats.org/officeDocument/2006/relationships" id="261" r:id="Rfa68c4e916da44f6"/>
    <p:sldId xmlns:r="http://schemas.openxmlformats.org/officeDocument/2006/relationships" id="262" r:id="R6dabb876e73e44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01a8e6a924acb" /><Relationship Type="http://schemas.openxmlformats.org/officeDocument/2006/relationships/slideMaster" Target="/ppt/slideMasters/slideMaster1.xml" Id="Rb3661156a428425f" /><Relationship Type="http://schemas.openxmlformats.org/officeDocument/2006/relationships/notesMaster" Target="/ppt/notesMasters/notesMaster1.xml" Id="R1153b6f7951445b0" /><Relationship Type="http://schemas.openxmlformats.org/officeDocument/2006/relationships/presProps" Target="/ppt/presProps.xml" Id="R8c36fa7724124b3f" /><Relationship Type="http://schemas.openxmlformats.org/officeDocument/2006/relationships/tableStyles" Target="/ppt/tableStyles.xml" Id="R5e50015f2e7e4dbb" /><Relationship Type="http://schemas.openxmlformats.org/officeDocument/2006/relationships/slide" Target="/ppt/slides/slide1.xml" Id="R065fa0ef1dd04300" /><Relationship Type="http://schemas.openxmlformats.org/officeDocument/2006/relationships/slide" Target="/ppt/slides/slide2.xml" Id="R8f77d5631add41e3" /><Relationship Type="http://schemas.openxmlformats.org/officeDocument/2006/relationships/slide" Target="/ppt/slides/slide3.xml" Id="R55f55c6493334079" /><Relationship Type="http://schemas.openxmlformats.org/officeDocument/2006/relationships/slide" Target="/ppt/slides/slide4.xml" Id="Rd66ac6dbfa5042d8" /><Relationship Type="http://schemas.openxmlformats.org/officeDocument/2006/relationships/slide" Target="/ppt/slides/slide5.xml" Id="R9a65ceb2b614447a" /><Relationship Type="http://schemas.openxmlformats.org/officeDocument/2006/relationships/slide" Target="/ppt/slides/slide6.xml" Id="Rfa68c4e916da44f6" /><Relationship Type="http://schemas.openxmlformats.org/officeDocument/2006/relationships/slide" Target="/ppt/slides/slide7.xml" Id="R6dabb876e73e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60f1f19c24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2ce5915f174759" /><Relationship Type="http://schemas.openxmlformats.org/officeDocument/2006/relationships/notesMaster" Target="/ppt/notesMasters/notesMaster1.xml" Id="R8e43d96974734a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7ccac19ca94302" /><Relationship Type="http://schemas.openxmlformats.org/officeDocument/2006/relationships/notesMaster" Target="/ppt/notesMasters/notesMaster1.xml" Id="R4c5b833fe33642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3cedc6b1ff4e32" /><Relationship Type="http://schemas.openxmlformats.org/officeDocument/2006/relationships/notesMaster" Target="/ppt/notesMasters/notesMaster1.xml" Id="Rc071fd9b75be4f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9f5a7fa76547d8" /><Relationship Type="http://schemas.openxmlformats.org/officeDocument/2006/relationships/notesMaster" Target="/ppt/notesMasters/notesMaster1.xml" Id="Rc89fedfee73649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1ab7997a54694" /><Relationship Type="http://schemas.openxmlformats.org/officeDocument/2006/relationships/notesMaster" Target="/ppt/notesMasters/notesMaster1.xml" Id="R80bb6c4a789a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7d4aa001cf4aa6" /><Relationship Type="http://schemas.openxmlformats.org/officeDocument/2006/relationships/notesMaster" Target="/ppt/notesMasters/notesMaster1.xml" Id="R29532197c7d44d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bc7c17380147cb" /><Relationship Type="http://schemas.openxmlformats.org/officeDocument/2006/relationships/notesMaster" Target="/ppt/notesMasters/notesMaster1.xml" Id="R7481f386c82344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背景1分钟。当前四人初版已合入main，展示数据来自真实rules运行。真实大模型没有配置，不声称模型验收通过。姓名和讲述分工待成员确认。主证据 outputs/20261030T070819Z-7779c942/。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数据与流程合计1分钟。官方完整Adult为48,842条，本项目仅使用adult.data的32,561条。UCI Adult, Becker &amp; Kohavi (1996), DOI10.24432/C5XW20, CC BY4.0, https://archive.ics.uci.edu/dataset/2/adult。本次data/manifests/preparation_summary.json及正式运行输出。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现场演示前说明：实际大模型可以选择mean/median与most_frequent/constant的白名单组合，代码设置mode与步骤并校验。当前理由是规则文本，不是模型自主决策。来源 src/agent.py、src/cleaner.py、src/contracts.py；实际清洗计划 outputs/20261030T070819Z-7779c942/cleaning_plan.json。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部分。缺失检测5815在去重前，填补5780在去重和非法置空之后，两种统计阶段不同。注入缺失4857、格式1198、异常70行、复制140行为构造审计。不能把构造数、检测数、执行修改数混为一谈。来源本次quality_before/after.json、audit_train/tes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结果展示1分钟。测试3000行，&lt;=50K2290、&gt;50K710，矩阵行真实列预测[[2101,189],[254,456]]。Macro-F1等权平均两个标签的F1。没有清洗前提升对照，不声称提升，也没有用测试集调整模型。来源 outputs/20261030T070819Z-7779c942/metrics.json 和confusion_matrix.png。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现场演示2分钟：选择正式演示数据，明确rules，开始处理一次，展示质量、策略、指标和下载。真实模型演示需补验后再替换模式。截图为本机人工浏览器检查，不是合成预览。来源 docs/report_assets/page_results_rules.png，outputs/final_delivery/browser_check.json。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分工1分钟，另备3分钟问答。A原数据说明为集成人补齐待A确认，B正式案例本轮由D从日志提取待B复核。真实模型备份/录屏须在真实成功后制作。本机检出或自动测试不能替代真人跨机与排练。来源docs/contributions.md、docs/acceptance.md、AI账本和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f715c13204f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3ee87e7bd4d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f56639c644d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1f898baaa4f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636c49a6f40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d9c0cf2da42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44E5E-614F-42ED-9831-978A7E775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668C9D-5026-4D26-AC06-F1A50D54C5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655E5E-5C4C-4FF7-9E1E-70C7D419C5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36153C-17E7-4197-A55B-7EE7B7D81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786C64-3B8D-459B-8FF6-61C2366831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BFFECE-9CDE-4B02-97C0-1012C39BC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C297B2-1894-4DC9-97DD-B69AD47071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B4A79C-5FFF-4FCE-8FD4-20B283E3F6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1B6246-35B1-44E2-9B15-C91A8019A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86F869-11FC-4F15-B257-3D2EA32D0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0f81e966f4caa" /><Relationship Type="http://schemas.openxmlformats.org/officeDocument/2006/relationships/slideLayout" Target="/ppt/slideLayouts/slideLayout1.xml" Id="R506d3c56ad904d14" /><Relationship Type="http://schemas.openxmlformats.org/officeDocument/2006/relationships/slideLayout" Target="/ppt/slideLayouts/slideLayout2.xml" Id="R3814e7405bc1422a" /><Relationship Type="http://schemas.openxmlformats.org/officeDocument/2006/relationships/slideLayout" Target="/ppt/slideLayouts/slideLayout3.xml" Id="R06c4059339eb424d" /><Relationship Type="http://schemas.openxmlformats.org/officeDocument/2006/relationships/slideLayout" Target="/ppt/slideLayouts/slideLayout4.xml" Id="R427fd835c94f43c9" /><Relationship Type="http://schemas.openxmlformats.org/officeDocument/2006/relationships/slideLayout" Target="/ppt/slideLayouts/slideLayout5.xml" Id="Rb904b41d8702460b" /><Relationship Type="http://schemas.openxmlformats.org/officeDocument/2006/relationships/slideLayout" Target="/ppt/slideLayouts/slideLayout6.xml" Id="Rbde8a97895074a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6d3c56ad904d14"/>
    <p:sldLayoutId xmlns:r="http://schemas.openxmlformats.org/officeDocument/2006/relationships" id="2147483650" r:id="R3814e7405bc1422a"/>
    <p:sldLayoutId xmlns:r="http://schemas.openxmlformats.org/officeDocument/2006/relationships" id="2147483651" r:id="R06c4059339eb424d"/>
    <p:sldLayoutId xmlns:r="http://schemas.openxmlformats.org/officeDocument/2006/relationships" id="2147483652" r:id="R427fd835c94f43c9"/>
    <p:sldLayoutId xmlns:r="http://schemas.openxmlformats.org/officeDocument/2006/relationships" id="2147483653" r:id="Rb904b41d8702460b"/>
    <p:sldLayoutId xmlns:r="http://schemas.openxmlformats.org/officeDocument/2006/relationships" id="2147483654" r:id="Rbde8a97895074a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8274bf99f4a93" /><Relationship Type="http://schemas.openxmlformats.org/officeDocument/2006/relationships/notesSlide" Target="/ppt/notesSlides/notesSlide1.xml" Id="R67da38047e1e4d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84bd4019641d4" /><Relationship Type="http://schemas.openxmlformats.org/officeDocument/2006/relationships/notesSlide" Target="/ppt/notesSlides/notesSlide2.xml" Id="R4bc87d781d7540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0d409444f4ab6" /><Relationship Type="http://schemas.openxmlformats.org/officeDocument/2006/relationships/notesSlide" Target="/ppt/notesSlides/notesSlide3.xml" Id="R3b44bcbfba8549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a8271fa904662" /><Relationship Type="http://schemas.openxmlformats.org/officeDocument/2006/relationships/notesSlide" Target="/ppt/notesSlides/notesSlide4.xml" Id="R49c568329eb44f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d6ece356349af" /><Relationship Type="http://schemas.openxmlformats.org/officeDocument/2006/relationships/image" Target="/ppt/media/image.png" Id="R18eefff414e24579" /><Relationship Type="http://schemas.openxmlformats.org/officeDocument/2006/relationships/notesSlide" Target="/ppt/notesSlides/notesSlide5.xml" Id="Red104926bd3140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54904a59c4269" /><Relationship Type="http://schemas.openxmlformats.org/officeDocument/2006/relationships/image" Target="/ppt/media/image.jpeg" Id="Rd649dc925f484141" /><Relationship Type="http://schemas.openxmlformats.org/officeDocument/2006/relationships/notesSlide" Target="/ppt/notesSlides/notesSlide6.xml" Id="R741d96a6768e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2b4a4484a40f8" /><Relationship Type="http://schemas.openxmlformats.org/officeDocument/2006/relationships/notesSlide" Target="/ppt/notesSlides/notesSlide7.xml" Id="R9c8751ebeea34a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959A2-3DDB-4A4A-9524-71FDAEF7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数据自动清洗与分类智能体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BBBBE-381A-4264-9311-14E3238A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Adult 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6202C-DA2D-4EEB-B183-C2DD0BB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1 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7A813-AC3C-49F4-839B-1D2B3F84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规则流程与真实数据验证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A7E3-ED18-48C9-A2EE-35CA200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7,140 行脏训练数据，处理后保留 7,000 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DD979-5F6B-4206-A6BC-4AC562A0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rPr>
              <a:t>3,000 行固定测试集，Accuracy 85.23%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F4719-FF21-46A5-8160-A063AF5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2026-10-30 · 真实模型尚未配置</a:t>
            </a:r>
          </a:p>
        </p:txBody>
      </p:sp>
    </p:spTree>
    <p:extLst>
      <p:ext uri="{BB962C8B-B14F-4D97-AF65-F5344CB8AC3E}">
        <p14:creationId xmlns:p14="http://schemas.microsoft.com/office/powerpoint/2010/main" val="2107372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E38D6-0C93-4554-86B9-675D0DD2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数据来源与分组划分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F9C2-95E9-4A1B-A382-840CAE3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固定抽样 10,000 条参考记录，先分组划分再注入问题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B7A3C-6062-4692-ADF5-35CE566A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2 / 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95F77-4480-43BD-BCD2-50D2DD7A5A80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095500"/>
                <a:gridCol w="563880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adult.data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32,561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保留原件与哈希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14特征签名分组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固定测试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不额外注入问题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7,140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复制保留来源关联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处理后训练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仅去重删行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B85B-7275-4A08-B7C4-097F39AF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参考数据仍可含原生缺失。两个来源 ID 与 income 不作为特征。</a:t>
            </a:r>
          </a:p>
        </p:txBody>
      </p:sp>
    </p:spTree>
    <p:extLst>
      <p:ext uri="{BB962C8B-B14F-4D97-AF65-F5344CB8AC3E}">
        <p14:creationId xmlns:p14="http://schemas.microsoft.com/office/powerpoint/2010/main" val="358676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D0D2A-64D8-419D-8546-13B535B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计划与工具的职责边界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D5F1-FCF5-49F2-91BA-E138CE4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规则模式固定策略；模型模式的实际调用仍待配置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025A5-7FEF-4F59-8EB9-18AB439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3 / 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1449F-4DE9-4F65-ABE3-DC8CADCCFF7C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43250"/>
                <a:gridCol w="573405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输入与限制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profiler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B的共享规范化视图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计划与校验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agent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仅训练摘要，白名单策略，最多两次请求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训练清洗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cleaner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先去重，仅训练拟合填补，再去重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测试转换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cleaner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只应用训练状态，不删测试行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分类与展示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classifier / UI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14特征，训练拟合编码与标准化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6EB72-E7C7-4933-8248-EAAF7FFE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rPr>
              <a:t>本次选择 median 与 Unknown，理由来自 rules 入口。</a:t>
            </a:r>
          </a:p>
        </p:txBody>
      </p:sp>
    </p:spTree>
    <p:extLst>
      <p:ext uri="{BB962C8B-B14F-4D97-AF65-F5344CB8AC3E}">
        <p14:creationId xmlns:p14="http://schemas.microsoft.com/office/powerpoint/2010/main" val="1833306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7F995-4169-4660-8095-74453A4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四类质量问题的处理结果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C1669-9B6A-405F-AB36-46407FDD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本次正式规则运行，问题可重叠，不能相加当作问题总行数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57870-2974-41D6-9320-26753C94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4 / 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8A7D7-FD4A-45FC-B509-CFD4204411B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检测指标（训练集）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T w="9525">
                      <a:solidFill>
                        <a:srgbClr val="B8CAD4"/>
                      </a:solidFill>
                      <a:prstDash val="solid"/>
                    </a:lnT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E1EE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缺失单元格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多余重复行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范围异常单元格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格式问题单元格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AD4"/>
                      </a:solidFill>
                      <a:prstDash val="solid"/>
                    </a:lnL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AD4"/>
                      </a:solidFill>
                      <a:prstDash val="solid"/>
                    </a:lnR>
                    <a:lnB w="9525">
                      <a:solidFill>
                        <a:srgbClr val="B8CAD4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81274-D15D-4A3D-8BD0-AE87D1C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rPr>
              <a:t>首轮去重 140 行，最终去重 0 行，训练填补 5,780 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C69EE-C901-4E5B-91E5-82F7EBBE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测试填补 431 格，行数、标签、来源 ID 与顺序保持</a:t>
            </a:r>
          </a:p>
        </p:txBody>
      </p:sp>
    </p:spTree>
    <p:extLst>
      <p:ext uri="{BB962C8B-B14F-4D97-AF65-F5344CB8AC3E}">
        <p14:creationId xmlns:p14="http://schemas.microsoft.com/office/powerpoint/2010/main" val="925626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9F4E2-4CDA-432A-82BA-8B5BCEF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固定测试集的分类评估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11EB8-1162-4C0B-8329-54371767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LogisticRegression，StandardScaler 与 OneHotEncoder 只在训练集拟合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FBE3A-CD50-4977-9DD6-E8CA9DF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5 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22B50-AC89-42C3-989E-0BBC7A23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rPr>
              <a:t>85.23%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D0153-054D-487A-862A-C721A4C0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A461E-DC5B-433E-B40B-0C8A9E95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0.788846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6B5A0-52D0-452F-B61A-88F25507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853E9-C4C0-4BB2-99A0-3EDBDFEF2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efff414e24579"/>
          <a:stretch xmlns:a="http://schemas.openxmlformats.org/drawingml/2006/main"/>
        </p:blipFill>
        <p:spPr>
          <a:xfrm xmlns:a="http://schemas.openxmlformats.org/drawingml/2006/main">
            <a:off x="6048375" y="1762125"/>
            <a:ext cx="5524500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6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317CA-116F-4E4E-B15B-EA88F8B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实际页面与文件下载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725E1-B16E-4CF8-B409-897F8DC4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rules 运行 ID 20261030T070819Z-7779c942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06092-0305-464C-8E21-9A493D7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6 / 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50CAD-3A76-40C4-9E23-EE74CC37C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9dc925f484141"/>
          <a:stretch xmlns:a="http://schemas.openxmlformats.org/drawingml/2006/main"/>
        </p:blipFill>
        <p:spPr>
          <a:xfrm xmlns:a="http://schemas.openxmlformats.org/drawingml/2006/main">
            <a:off x="612775" y="1857375"/>
            <a:ext cx="7518400" cy="422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C69F2-D81E-48A2-9B55-90E8C52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rPr>
              <a:t>13 个导出入口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E0A89-A354-4AD3-9CF8-CD71C034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已下载 CSV、日志、摘要</a:t>
            </a:r>
          </a:p>
          <a:p xmlns:a="http://schemas.openxmlformats.org/drawingml/2006/main">
            <a:pPr>
              <a:def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与本次输出逐字节一致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5E010-E350-4C0B-A038-E54F8153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选择器切换不新增运行</a:t>
            </a:r>
          </a:p>
          <a:p xmlns:a="http://schemas.openxmlformats.org/drawingml/2006/main">
            <a: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旧结果仍明确标为 rules</a:t>
            </a:r>
          </a:p>
        </p:txBody>
      </p:sp>
    </p:spTree>
    <p:extLst>
      <p:ext uri="{BB962C8B-B14F-4D97-AF65-F5344CB8AC3E}">
        <p14:creationId xmlns:p14="http://schemas.microsoft.com/office/powerpoint/2010/main" val="1423532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61F53-7E7C-4D3E-918B-EAFC79E8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当前交付与尚缺验收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D01AC-3F6F-427C-B884-9B776F8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四人初版已经合入 main，姓名和口头分工待成员确认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24ACF-4BD3-4512-A7A3-3876868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A3EC8-4B56-4B5D-A29F-1F83D1FB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A 数据与检测    B 规范化与清洗</a:t>
            </a:r>
          </a:p>
          <a:p xmlns:a="http://schemas.openxmlformats.org/drawingml/2006/main">
            <a: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C 计划、客户端、流程与日志</a:t>
            </a:r>
          </a:p>
          <a:p xmlns:a="http://schemas.openxmlformats.org/drawingml/2006/main">
            <a:pPr>
              <a:def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9384D"/>
                </a:solidFill>
                <a:latin typeface="Microsoft YaHei"/>
                <a:ea typeface="Microsoft YaHei"/>
                <a:cs typeface="Microsoft YaHei"/>
              </a:rPr>
              <a:t>D 分类、页面、集成与材料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F9E7-8E0C-4FB9-83E2-D0E39D22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C84"/>
                </a:solidFill>
                <a:latin typeface="Microsoft YaHei"/>
                <a:ea typeface="Microsoft YaHei"/>
                <a:cs typeface="Microsoft YaHei"/>
              </a:rPr>
              <a:t>当前可核实：正式 rules 流程、人工页面、下载与阶段材料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EF3FE-5242-4030-B296-A0E9AB7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待补：真实模型成功链条、另一位成员跨机复现、全员排练</a:t>
            </a:r>
          </a:p>
          <a:p xmlns:a="http://schemas.openxmlformats.org/drawingml/2006/main">
            <a:pPr>
              <a:def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8"/>
                </a:solidFill>
                <a:latin typeface="Microsoft YaHei"/>
                <a:ea typeface="Microsoft YaHei"/>
                <a:cs typeface="Microsoft YaHei"/>
              </a:rPr>
              <a:t>未知模型用量和费用保留 null，不记作 0 元</a:t>
            </a:r>
          </a:p>
        </p:txBody>
      </p:sp>
    </p:spTree>
    <p:extLst>
      <p:ext uri="{BB962C8B-B14F-4D97-AF65-F5344CB8AC3E}">
        <p14:creationId xmlns:p14="http://schemas.microsoft.com/office/powerpoint/2010/main" val="1865537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2026-10-30T07:17:03.9560000Z</dcterms:created>
  <dcterms:modified xsi:type="dcterms:W3CDTF">2026-10-30T07:17:03.9560000Z</dcterms:modified>
</coreProperties>
</file>